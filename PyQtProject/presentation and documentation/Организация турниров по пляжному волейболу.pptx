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Raleway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aleway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italic.fntdata"/><Relationship Id="rId14" Type="http://schemas.openxmlformats.org/officeDocument/2006/relationships/font" Target="fonts/Raleway-bold.fntdata"/><Relationship Id="rId17" Type="http://schemas.openxmlformats.org/officeDocument/2006/relationships/font" Target="fonts/Lato-regular.fntdata"/><Relationship Id="rId16" Type="http://schemas.openxmlformats.org/officeDocument/2006/relationships/font" Target="fonts/Raleway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841dde858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841dde858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841dde858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841dde858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1841dde858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1841dde858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841dde858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1841dde858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1841dde858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1841dde858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1841dde858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1841dde858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2700"/>
              <a:t>Организация турниров по пляжному волейболу</a:t>
            </a:r>
            <a:endParaRPr sz="3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6318875" y="4374050"/>
            <a:ext cx="2523900" cy="53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latin typeface="Raleway"/>
                <a:ea typeface="Raleway"/>
                <a:cs typeface="Raleway"/>
                <a:sym typeface="Raleway"/>
              </a:rPr>
              <a:t>Автор: Топунков Кирилл</a:t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4D4D4D"/>
                </a:solidFill>
              </a:rPr>
              <a:t>Идея проекта</a:t>
            </a:r>
            <a:endParaRPr sz="1900">
              <a:solidFill>
                <a:srgbClr val="4D4D4D"/>
              </a:solidFill>
            </a:endParaRPr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Организация турниров - это очень сложная и </a:t>
            </a:r>
            <a:r>
              <a:rPr lang="ru" sz="1500">
                <a:solidFill>
                  <a:srgbClr val="202122"/>
                </a:solidFill>
                <a:highlight>
                  <a:srgbClr val="FFFFFF"/>
                </a:highlight>
                <a:latin typeface="Raleway"/>
                <a:ea typeface="Raleway"/>
                <a:cs typeface="Raleway"/>
                <a:sym typeface="Raleway"/>
              </a:rPr>
              <a:t>трудоёмкая работа.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В неё входит жеребьёвка команд, создание групп, подсчет результатов, создание сеток и много других важных аспектов, в которых есть множество нюансов.</a:t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Для упрощения организации и экономии времени была создана эта программа, которая делает процесс создания турнира гораздо удобнее и быстрее.</a:t>
            </a:r>
            <a:endParaRPr sz="17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Описание волейбольного турнира</a:t>
            </a:r>
            <a:endParaRPr sz="1900"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9450" y="2078875"/>
            <a:ext cx="7688700" cy="27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latin typeface="Raleway"/>
                <a:ea typeface="Raleway"/>
                <a:cs typeface="Raleway"/>
                <a:sym typeface="Raleway"/>
              </a:rPr>
              <a:t>Во всех волейбольных турнирах команд делят </a:t>
            </a:r>
            <a:r>
              <a:rPr lang="ru" sz="1500">
                <a:latin typeface="Raleway"/>
                <a:ea typeface="Raleway"/>
                <a:cs typeface="Raleway"/>
                <a:sym typeface="Raleway"/>
              </a:rPr>
              <a:t>по</a:t>
            </a:r>
            <a:r>
              <a:rPr lang="ru" sz="1500">
                <a:latin typeface="Raleway"/>
                <a:ea typeface="Raleway"/>
                <a:cs typeface="Raleway"/>
                <a:sym typeface="Raleway"/>
              </a:rPr>
              <a:t> лигам</a:t>
            </a:r>
            <a:r>
              <a:rPr lang="ru" sz="1500">
                <a:latin typeface="Raleway"/>
                <a:ea typeface="Raleway"/>
                <a:cs typeface="Raleway"/>
                <a:sym typeface="Raleway"/>
              </a:rPr>
              <a:t>(разделение по уровню).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latin typeface="Raleway"/>
                <a:ea typeface="Raleway"/>
                <a:cs typeface="Raleway"/>
                <a:sym typeface="Raleway"/>
              </a:rPr>
              <a:t>Следующее разделение идет на группы по 3-6 команд в каждой, где команды играют вкруг.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>
                <a:latin typeface="Raleway"/>
                <a:ea typeface="Raleway"/>
                <a:cs typeface="Raleway"/>
                <a:sym typeface="Raleway"/>
              </a:rPr>
              <a:t>После чего начинается подсчет результатов, на основе которых для каждой лиги строится турнирная сетка. 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4D4D4D"/>
                </a:solidFill>
              </a:rPr>
              <a:t>Используемые классы</a:t>
            </a:r>
            <a:endParaRPr sz="1900"/>
          </a:p>
        </p:txBody>
      </p:sp>
      <p:sp>
        <p:nvSpPr>
          <p:cNvPr id="105" name="Google Shape;105;p16"/>
          <p:cNvSpPr txBox="1"/>
          <p:nvPr>
            <p:ph idx="1" type="body"/>
          </p:nvPr>
        </p:nvSpPr>
        <p:spPr>
          <a:xfrm>
            <a:off x="729450" y="2078875"/>
            <a:ext cx="7688700" cy="289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6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MainWindow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главное меню, в котором вы можете создать и открыть ранее созданный турнир, а также подробно узнать об авторе проекта.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" sz="14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– </a:t>
            </a:r>
            <a:endParaRPr sz="1400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6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Tournament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именно в нём вы будете проводить больше всего времени, так как он является своего рода рабочим столом, на котором вы можете создавать и редактировать лиги, группы и сетки.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●"/>
            </a:pPr>
            <a:r>
              <a:rPr lang="ru" sz="16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Table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виджет, создающий редактируемые таблицы игр в групповом этапе.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●"/>
            </a:pPr>
            <a:r>
              <a:rPr lang="ru" sz="16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Result </a:t>
            </a:r>
            <a:r>
              <a:rPr lang="ru" sz="16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– 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виджет, выводящий либо все ошибки допущенные при заполнение групп, либо результат группового этапа во всей лиге.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oboto"/>
              <a:buChar char="●"/>
            </a:pPr>
            <a:r>
              <a:rPr lang="ru" sz="16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Grid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– виджет, создающий работающую в реальном времени сетку на основе результатов группового этапа.</a:t>
            </a:r>
            <a:endParaRPr sz="1600">
              <a:solidFill>
                <a:srgbClr val="9900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4D4D4D"/>
                </a:solidFill>
              </a:rPr>
              <a:t>Описание реализации</a:t>
            </a:r>
            <a:endParaRPr sz="1900"/>
          </a:p>
        </p:txBody>
      </p:sp>
      <p:sp>
        <p:nvSpPr>
          <p:cNvPr id="111" name="Google Shape;111;p17"/>
          <p:cNvSpPr txBox="1"/>
          <p:nvPr>
            <p:ph idx="1" type="body"/>
          </p:nvPr>
        </p:nvSpPr>
        <p:spPr>
          <a:xfrm>
            <a:off x="729450" y="2078875"/>
            <a:ext cx="7688700" cy="29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latin typeface="Raleway"/>
                <a:ea typeface="Raleway"/>
                <a:cs typeface="Raleway"/>
                <a:sym typeface="Raleway"/>
              </a:rPr>
              <a:t>Изначально у пользователя есть только класс </a:t>
            </a:r>
            <a:r>
              <a:rPr lang="ru" sz="15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MainWindow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из которого можно либо создать новый турнир, либо открыть старый.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После чего вам доступен класс </a:t>
            </a:r>
            <a:r>
              <a:rPr lang="ru" sz="15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Tournament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, в котором вы либо создаете новые лиги и группы, либо продолжайте редактировать старые.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При помощи класса </a:t>
            </a:r>
            <a:r>
              <a:rPr lang="ru" sz="15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Table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, 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для каждой группы создается таблица.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Класс </a:t>
            </a:r>
            <a:r>
              <a:rPr lang="ru" sz="15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Result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считает рейтинг всех групп в одной лиге и выводит их в отдельную таблицу.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И наконец класс </a:t>
            </a:r>
            <a:r>
              <a:rPr lang="ru" sz="16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Grid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создаёт сетки на основе результатов.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000000"/>
                </a:solidFill>
              </a:rPr>
              <a:t>Используемые технологии</a:t>
            </a:r>
            <a:endParaRPr sz="2000"/>
          </a:p>
        </p:txBody>
      </p:sp>
      <p:sp>
        <p:nvSpPr>
          <p:cNvPr id="117" name="Google Shape;117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Основу всему положила библиотека 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PyQt6</a:t>
            </a: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Для создания таблиц была использована библиотека 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csv.</a:t>
            </a:r>
            <a:endParaRPr sz="1400">
              <a:solidFill>
                <a:srgbClr val="99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Для работы с базой данных была использована библиотека 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sqlite3.</a:t>
            </a:r>
            <a:endParaRPr sz="1400">
              <a:solidFill>
                <a:srgbClr val="9900F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Для жеребьевки команд была использована библиотека </a:t>
            </a:r>
            <a:r>
              <a:rPr lang="ru" sz="1400">
                <a:solidFill>
                  <a:srgbClr val="9900FF"/>
                </a:solidFill>
                <a:latin typeface="Raleway"/>
                <a:ea typeface="Raleway"/>
                <a:cs typeface="Raleway"/>
                <a:sym typeface="Raleway"/>
              </a:rPr>
              <a:t>random.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>
                <a:solidFill>
                  <a:srgbClr val="4D4D4D"/>
                </a:solidFill>
              </a:rPr>
              <a:t>Возможности для доработки</a:t>
            </a:r>
            <a:endParaRPr sz="27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666600" y="2361700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aleway"/>
              <a:buChar char="●"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Создание дополнительного формата турниров, в котором сначала идут группы и только потом команды разбиваются на лиги.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aleway"/>
              <a:buChar char="●"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Создание дополнительной системы подсчетов, в которой при равном результате двух или нескольких команд будут учитываться личные встречи команд.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aleway"/>
              <a:buChar char="●"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Создание сеток на 16 и 24 команды.</a:t>
            </a:r>
            <a:endParaRPr sz="1400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Raleway"/>
              <a:buChar char="●"/>
            </a:pPr>
            <a:r>
              <a:rPr lang="ru" sz="140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Возможность вручную создавать сетки.</a:t>
            </a:r>
            <a:endParaRPr sz="1500"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